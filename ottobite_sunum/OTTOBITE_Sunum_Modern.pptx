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6000" b="1">
                <a:solidFill>
                  <a:srgbClr val="C0392B"/>
                </a:solidFill>
                <a:latin typeface="Arial"/>
              </a:defRPr>
            </a:pPr>
            <a:r>
              <a:t>OTTOBITE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>
                <a:solidFill>
                  <a:srgbClr val="2C3E50"/>
                </a:solidFill>
                <a:latin typeface="Calibri Light"/>
              </a:defRPr>
            </a:pPr>
            <a:r>
              <a:t>Garson Davranışları ve İş Önceliği Rehberi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291840"/>
            <a:ext cx="365760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OTTOBITE Garson Rehberi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Garson Davranış l arı ve İş Önceliği Rehberi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A maç: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Bu doküman, OTTOBITE salon Servisinde g ör ev al an tüm Servis personelinin;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Doğr u Davranış biçimini benimseme si,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 oğun Servis anl arında doğr u iş önceliğini kurabilme si,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salon düz enini ve Misafir memnuniyetini koruyabilme si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amacıyl a Hazırlık anmış tır.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Bu r ehber ok unmak için değil, uy gul anmak için  Hazırlık anmış tır.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1. Garsonluk Bilinci ve T emel Zihniy 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Garsonluk y alnız ca sip ariş almak değildir.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Garson, salonun t empo s unu, Misafirin ruh halini ve Servisin akışını yönetir.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Misafir, iş letme yi;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Garsonun b akışından,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onuşma t ar zından,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salondaki Duruş undan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anl ar ve de ğ erlendirir.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OTTOBITE’ de Garson: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Gö z önündedir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Dikkatlidir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Sorumluluk s ahibidir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Şu unu tulmamalıdır: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Garsonun Davranışı, iş letmenin k alit e sini t emsil eder.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2. T emel Garson Davranış Kural l arı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Bu bölümde y er al an Kural l ar tartışma ya açık değildir.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 üm Servis personeli t ar afından ek sik siz uy gul anır.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/ /  Duruş  ve  salonİçindeki  Tavır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Garson salonda dik ve ha zır  dur ur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El cept eg e zilme z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ol l ar b ağ lı ş ekilde dur ulma z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Duv ar ay as l anılma z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Bo ş bo şa y ak ta bek lenme zGarson salonda yk en: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“Her an ç ağrıl abilirim ”  Bilinciyle hareket eder.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/ /  Masaya  Yaklaşma  ve  İletişim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Masayay ak l aşırk en gö zt eması k ur ulur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Masaya sırt dönüler ek k onuş ulma z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Misafirin yüzüne b akmadan sip ariş alınma z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ul l anılmaması gereken if adeler: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“Bir Saniye ”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“Dur b ak a yım ” •  “Y oğunum ”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ul l anılması gereken y ak l aşım: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“Hemen il gileniy or um ”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“ Şimdi y ar dımcı oluy or um ”- T on s akin, net ve k ontr ol lü olmalıdır.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/ /  salonİ çi nd eD av ra nı şDisiplini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personel k endi arasında yük s ek se s le k onuşma z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Gülüşmeler Misafir Dikkatini çek ecek se viy ede olma z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 elef on ke sinlik le k ul l anılma z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Ş ef salonda yk en: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Garson g ör ünür olur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açma z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 ak l anma 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3. Y oğun Servis te Garsonun Düş ünme Ş ek li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Bu bölüm, Servis k alit e sini doğr udan belirler.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 oğunluk ta hız lı olmak değil, doğr u öncelik v ermek  önemlidir.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P anik, ha ta yı artırır.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Öncelik, düz eni s ağ l ar.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/ /  Do ğr uİ şÖ nc el iğ iS ır al am as ı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OTTOBITE  Servisinde Garson şu sır a yı bilmelidir: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 eni g elen Misafir / bo ş mas a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Sip ariş v ermek is te y en mas a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Servisi çık an mas a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He s ap is te y en mas a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Diğ er iş ler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Bu sır al ama y oğunluk ta de ğişme z.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Her Servis tür ü;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Dikkat,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Düz en,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Misafirle doğr u İletişim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 er ek tirir.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Garson Servis tür üne g ör e zihins el ol ar ak Hazırlık anmalı ve her Servisi aynı profesyonel lik le yür ü tmelidir.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/ /  Ay nı  An da  He rŞ ey  Ya pı lm az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aynı anda 5 Masayay etişme ye ç alışılma z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Bir işi y arım bır akıp diğ erine g eçilme z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 apıl an iş t amaml anır, s onr a diğ erine g eçilir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Ş ef y önlendirme si her z aman öncelik lidir.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4. Y oğun Servis te Y apılmaması gereken Davranış l 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Aş ağıdaki Davranış l ar Servis k alit e sini düş ür ür ve k ab ul edilme z: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“B en o Masayab akmıy or um ”  demek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Mas a yı g örme z den g elmek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Mu tf ak t an ve ya salondan k açmak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Ş ef es a vunma y apmak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Misafir önünde tartışmak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Bu Davranış l ar OTTOBITE Servis anl a yışına uy gun değildir.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5. Garson – salon Ş efi İlişkisi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salon ş efi, Servisin düz eninden s or umludur.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Garson ş unu bilmelidir: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Ş ef uy arısı kişis el değildir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Ş ef y önlendirme si t artışılma z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Servis sır asında sa vunma y apılma z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Servis anında uy gul ama y apılır,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de ğ erlendirme Servis s onr ası y apılır.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7. Açılış ve K ap anış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Açılış ve k ap anış sa a tlerinde uyuş uk luk k ab ul edileme z.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Ya v aş hareket etmek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Eğ lence modunda ç alışmak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 ür ek li s ohbet halinde olmak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0.5x hız la iş y apmak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ab ul edileme z Davranış l ar dır.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Açılış ve k ap anış: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Dikkat İster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Odak İster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Disiplin İster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Açılış ve k ap anış ne kadar düz gün y apılır sa, v ar diy ao kadar r aha tg eçer.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8. İş Hızı ve İş Önceliği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Bir Garson ş unu bilmelidir: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3 dakik alık bir iş 15 dakik ay a uz a tıl ama z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Ya v aş lık beceri değildir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Odağın dağılması iş ak sa tır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endi po st asında y ap ac ağı 4 b asit işi;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 ohbet ederek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Etr aﬂa il gilener ek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Önceliği y anlış belirle y er ek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uz a tmak k ab ul edileme z.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İş te olduğunu bilmek ve b una g ör e da vr anmak z or unluluk tur.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9. İş Esnasında Tu tum ve B eden Dili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Servis sır asında: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 ür ek li şik â y et etmek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 akınmak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Uﬂamak, p uﬂamak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 üz mimik leriyle ima y apmak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ke sinlik le k ab ul edileme z.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Garsonun yüz if ade si ve beden dili;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Misafir e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Takım ark adaş l arına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Oper as y ona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olums uz y ansır.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10. Gr upl aşma, Dedik odu ve İletişim S or unl arı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Gr upl aşma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Dedik odu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ulis y apmak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OTTOBITE ç alışma düz enine a ykırıdır.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F ark lı dep artman ş eﬂeriyle ve ya personel leriyle: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tartışma ya girmek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Münak aş ay aş amak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ab ul edileme z.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 or unl ar Servis dışında ve doğr uk anal l arl a( Herhangi bir dep artmandan birisiyle bir s or un y aş andıy sa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kişis el de gil o dep artmanin ş efiyle iletisime g ecilmelidir.) iletilir.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11. Kural l ar a uyum ve profesyonel Davranış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 önetim t ar afından belirlenen Kural l arı: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Esnetmek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 uis timal etmek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endi lehine y or uml amak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ab ul edileme z.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Herk es: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İş e snasında uyumlu olmak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endi g ör e vini en iyi ş ekilde y apmak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Zorundadır.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12. Mol al ar ve Gör ev T akibi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Hiçbir personel b aşk a bir personelin mol asını t akip etme z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Mol al ar y önetim t ar afından düz enlenir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Bu k onuda bir ey s el k ontr ol ve ya y or um y apılma 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13. Po s ta Y önetimi ve Mas aK ontr olü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Garson k endi po st asındaki mas al ar dan t amamen s or umludur.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 ür ek li uy arıl an dur uml ar: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 opl anmamış peçet eler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Is l ak mendil çöpleri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Şiş e bo şl arı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De ğiş tirilmemiş k ül t abl al arı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Mas a üz erindeki müş t eri çöpleri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İ yi bir Garson k endi po st asındaki 5 mas a yı ek sik siz yönetir.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 ür ek li uy arı g er ek tir en ç alışma k ab ul edileme 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14. K işis el Gör ünüm ve K ıy af et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Ba y an personel s açını açık k ul l anama z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İş kıy af eti ne is eo giyilir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ıy af et dışında kişis el y or um y apılma z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Gör ünüm iş letmenin ciddiy etini y ansı tır.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15. İletişim Bilinci (EN ÖNEMLİ K ONU)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OTTOBITE Servisinin en önemli uns ur u İletişimdir.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Servisin ha t asız ilerleme si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Po s ta k ontr olü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 oğunluk y önetimi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anc ak doğr u İletişimle s ağ l anır.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Po s ta t erk edilecek se: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Takım ark adaş l arı bil gilendirilir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Ş ef haber dar edilir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Haber siz po s ta t erk edileme 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16. Hiy er ar şi ve Sa y gı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Hiçbir personel b aşk a bir personele üs tü gibi da vr anama z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 etki y alnız ca g ör ev t anımıyl a sınırlıdır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Sa y gı k ar şılık lıdır ve herk es için g eçerlidir.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17. İş eZ amanında Gelme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İş eg eç k almak;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Oper as y onu ak sa tır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Takım ark adaş l arını z or dur umda bır akır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Servis düz enini bo z ar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Geç k almak bir alışk anlık hâline g eleme z.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Her personel v ar diy asına: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Z amanında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Ha zır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İş e odak l anmış ş ekilde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 aş l amak Zorundadır.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18. Mas aK alkış S onr ası T emiz lik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Misafir k alk tığında y alnız ca mas a üs tü değil;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Mas a al tı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 andaly eler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Genel düz en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ontr ol edilir.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Mas a al tına f ar aş a tılmadan y eni Misafir alınma z.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 emiz lenme y en mas a, y arım y apılmış iş tir.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19. Y ar dıml aşma ve Takım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Servis bir ey s el değil, ekip işidir.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endi po st asında işi ol an Garson ç alışır diğ er po st adaki Garson müs ait se de s tek v erir.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Eğ er: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 enin ak lında 5 iş v ar sa diğ er po s ta bo ş dur uy or sa Y ar dım is t emek z or unluluk tur.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20. İletişimde Esnek lik ve Açık lık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Servisin ak s amaması için: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Herk es birbirine k onuş abilmelidir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ims e bir şe ys ö yleme ye çekinmemelidir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Bir personel, b aşk a bir personele bir şe y deme ye çekinir se iş ak s ar.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İletişimde: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Esnek lik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Açık lık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Netlik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z or 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21. Se s siz T epki ve İma Y as 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İmalı k onuşmal ar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 s siz t epkiler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 üz mimik leriyle me s aj v erme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ab ul edileme z.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 or un v ar sa açık ça ve doğr uy er de dile g etirilir.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22. Bo ş Durma ve Oy al ama Y as 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Servis sır asında: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Bo ş bo şg e zmek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Oy al andığı iz lenimi v ermek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Ger ek siz hareketlerle z aman har c amak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ab ul edileme z.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Her an y apıl ac ak bir iş v ar 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23. Al an S ahiplenme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Her Garson k endi al anını s ahiplenir.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" Or ası benim al anım değil" y ak l aşımı y ok tur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salon herk e sindir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İhtiy aç ol an y er de de s tek olunur.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24. Mu tf ak ve B ar ile İletişim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Mu tf ak ve b ar: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tartışma al anı değildir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Emir v erilen y er değildir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İletişim sa y gılı ve net olmalıdır.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25. Y oğunluk ta Se s siz ve K ontr ol lü Çalışma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 oğunluk: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 s yük s el tme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Ko ş turma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P anik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 ebebi değildir.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ontr ol lü ç alış an Garson, y oğunluğu yönetir.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26. Misafir Önünde ekip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Misafir önünde: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Uy arı y apılma z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 artışılma z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Rol ke silme z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 üm ekip tek vüc ut gibi g ör ünmelidir.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27. K işis el S or unl arı İş eY ansı tmama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işis el pr oblemler: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 üz if adelerine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Tavırl ar a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onuşmal ar a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 ansı tıl ama 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28. İş Bitmeden R aha tl ama Y as 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İş bitmeden: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R aha tl ama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 ağılma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 empo düş ürme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ab ul edileme 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29. tekr ar Eden Ha t al 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aynı ha t anın s ür ek li y apılması: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Dikkat siz lik tir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Umur s ama z lık tır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ab ul edileme 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30. K endi K endini K ontr ol Etme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İ yi bir Garson: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Uy arı bek leme z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endini k ontr ol eder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Ek sik lerini f ark eder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31. V ar diy aB o yunc a Ha zır Olma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V ar diy a bo yunc a: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Zihins el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F izik s el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ol ar ak ha zır olmak z or 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32. Ger ek siz Y or um ve Miz ah Y as 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Servis sır asında: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Ger ek siz ş ak a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A şırı s amimiy et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ab ul edileme 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33. Gör ev T anımına S adak at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Herk es k endi g ör ev t anımı içinde hareket eder.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 etki aşımı y apıl ama 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34. Ort ak A maç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Herk e sin ort ak amacı: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Düz gün Servis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Ha t asız oper as y on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Memnun Misafir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Olmalıdır.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35.  QR  De ğe rl en di rm e  ve  Mi sa fi rG er iB il di ri mi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Servis k alit e sinin ölç ülme si için: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İsim v eriler ek s el aml anmalıdır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Servis s ahiplenilmelidir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Misafir g örme z den g elineme z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“Merhab a, ben Ahmet. Servisiniz le ben il gilenece ğim. ”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QR T alebi ve Z amanl ama: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Servis bitimi bek lenir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 ohbet bölünme z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 askı k ur ulma z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“ Siz leri ağırl amak bir ke yif ti. Hizmet k alit emiz hakkındaki olumlu g eri bildirimleriniz, ekibimiz için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motiv as y on ka ynağı ol ac ak tır. ”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İletişim ve Tavır: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Gö zt eması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Nötr ve na zik yüz if ade si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profesyonel me s af e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z or unludur.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Sa vunma, ima ve g er ek siz miz ah k ab ul edileme z.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Her Garson, Servisinin pu anl anac ağı Bilinciyle hareket eder.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36.  Me mn un iy et si zl ik  Yö ne ti mi  ve  Çö zü mS ür ec 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Misafir şik ay eti ve ya olums uz g eri bildirim dur umunda: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İl gili y öneticiy e anında haber v erilir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personel k endi b aşına k ar ar alma z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işis el çö züm s ür ecine girilme z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 önetici bil gilendirme si z or unludur.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İnisiy a tif ve Esnek lik: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Misafirin mu tlu a yrılması es as tır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Oper as y onel Kural l ar y önetici k ontr olünde e snetilebilir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Bil gilendirme Y ük ümlülüğü: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 unul an çö züm, "is tisnai bir dur um" olduğu vur gul anar ak Misafir e ak t arılır.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Örnek Diy alog: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"Normalde k ah v al tı Servisimiz 13:00' te s ona ermek t edir; anc ak b ugün mu tf ağımız la g ör üş er ek siz eö z el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bir is tisna s ağ l adık.  Ke yiﬂi bir deneyim dileriz. "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endi b aşına Kural e snetmek ve ya s or unu giz lemek k ab ul edileme 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37.  Ko or di ne li  Mo la  ve  İş  Ak ış ıY ön et im 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Servis akışının ke sintisiz ilerleme si için: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Birbiriyle b ağ l antılı birimler aynı anda mol ay a çık ama z.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Mol a pl anl aması, oper as y onel bo ş luk y ar a tma y ac ak ş ekilde y apılır.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ekip içi k oor dinas y on mol a önce sinde t amaml anır.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Hizmetin s ür ek liliği es as tır.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Birim Çakışması: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 ar / B ar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Servis / Servis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as a / Vitrin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aynı g ör ev t anımına s ahip ve ya birbirini y edek leme si gereken bu birimlerin, aynı anda mol a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pl anl aması k ab ul edileme z.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ritik Kural: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Mol as aa tlerinde bir ey s el is tek değil, oper as y onel ihtiy aç  öncelik lidir. Y önetici ona yı ve birimler arası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mu t ab ak at z or 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38.  Bo şT op la ma  ve  Te ps iD üz en 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Servis güv enliği ve oper as y onel hız için: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A ğırlık merk ez de t opl anmalıdır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Büyük ten k üç üğ e doğr u is tiﬂeme y apılmalıdır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ırılma riski ol an p ar ç al ar a yrış tırılmalıdır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 ep si Deng e si: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A ğır ve b üyük p ar ç al ar merk ez ey erle ş tirilir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 ar dak l ar ve t ab ak l ar k ontr ols üz ş ekilde yığılama z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Ha t alı İs tiﬂeme: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Deng e si bo zuk yük leme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Görüşü eng el le y ecek yük s ek lik te yığma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 ab ak l arın ka ymasına neden ol ac ak dizim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ab ul edileme z.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Düz enli dizilen t ep si; profesyonel g ör ünüm ve iş güv enliği için z or 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39.  Mi sa fi rK ar şı la ma  ve  Pr oa kt if  ta ki 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salonun c anlılığı ve Misafir k onf or u için: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apıdan gir en her Misafir anında f ark edilmelidir.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Gö zt eması ve t ebe ss üm ile "Ho şg eldiniz " k ar şıl aması y apılır.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Misafir, Masayay erle ş ene kadar eş lik edilir.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Müş t eri k apıda bek letileme z, g örme z den g elineme z.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İhtiy aç His s etme (Pr o ak tif Hizmet):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Misafir Garsonu ar ama z; Garson Misafiri iz ler.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Biten içecek ler, az al an peçet eler ve bo ş al an t ab ak l ar t akip edilir.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Misafirin çe vr ey eb akması ve ya el k aldırması "Hizmet Gecikmesi" ol ar ak k ab ul edilir.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 akip Es as l arı: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Bo ş al an b ar dağın y enilenme si tek lif edilir.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İhtiy aç duyulmadan peçet e/ Servis de st e ği s ağ l anır.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Misafirle gö zt eması k urmak için salon s ür ek li t ar anır.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Misafiri el k aldırma ya ve ya se s lenme ye mecb ur bır akmak k ab ul edileme 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40.  Ha zı rl ık  ve  Ar ka  Pl an  ( Ba ck )  İş le ri  Yö ne ti mi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Servis k alit e sinin s ür ek liliği için: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Ça t al -bıç ak silme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Takım ve ekipman çekme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İs tiﬂeme ve düz enleme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iş leri, Servis y oğunluğu ve Misafir tr afiğine g ör e pl anl anır.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Öncelik S ır al aması: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Misafir her z aman ha zırlık iş lerinden öncelik lidir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salon bo ş bır akıl ar ak ark a pl ana odak l anıl ama z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Y oğunluk anında b üyük ç aplı ha zırlık iş lerine girilme si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ab ul edileme z.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Z amanl ama ve Uy gul ama: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Ha zırlık l ar Servis önce si ve ya s akin sa a tler de t amaml anır.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Mu tf ak t an Takım çekme ve silme iş lemleri Misafiri r aha t sız etme y ecek ş ekilde se s siz ce yür ü tülür.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Ek sik ler, Servis kriz e girmeden pr o ak tif (önceden) ol ar ak giderilir.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Servis önceliği es as tır.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A rk a pl an iş leri, Servis akışını eng el lemek için değil, de s tek lemek içindir.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41.  Op er as yo ne lİ le ti şi md eN et li k  ve  Kı sa lı 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Hız lı ve ha t asız iş akışı için: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İletişim en az k elime yle, en net ş ekilde k ur ulmalıdır.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Uzun açık l amal ar y erine s onuç odak lı c ümleler s eçilir.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Me s aj, k ar şı t ar afın işini ak sa tma y ac ak hız da ak t arılır.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"3 k elime yle anl a tıl abilecek bir dur um, g er ek siz det a yl arl a uz a tıl ama z. "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Uzun ve K armaşık A nl a tım: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Dinle yicinin odağını dağı tır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Diğ er iş lerin unu tulmasına neden olur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Oper as y onu ya v aş la tır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A nl a tım Bo zuk luğu ve K armaş a: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Ol a yı s aptırmak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onuyu dol andırmak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Ger ek siz det a yl ar a girmek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k ab ul edileme z.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Hız lı, doğr udan ve net İletişim z or 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C0392B"/>
                </a:solidFill>
                <a:latin typeface="Arial"/>
              </a:defRPr>
            </a:pPr>
            <a:r>
              <a:t>42. Son Hatırlatma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OTTOBITE’ de ç alışmak;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Disiplin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Dikkat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Takım Bilinci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İster.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Bu rehberde y er al an tüm maddeler uy gul anmak Zorundadır.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Ana Fikir:  OTTOBITE ça tısı altında hangi birimde olur s ak olalım, her birimiz markamızın yaşayan bir er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temsilcisiyiz. T emel de ğ erimiz; birimler arası k us ur s uz bir uyum ve yük s ek Sorumluluk Bilinciyle hareket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ederek, Misafirlerimize y alnız ca bir Hizmet değil, disiplin ve nezaketle örülmüş bir deneyim sunmaktır.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Bizim için başarı; mu tf ak t an k as ay a, Servis ten b ar a kadar her nok t ada aynı profesyonel ta vrı sergileyen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000">
                <a:solidFill>
                  <a:srgbClr val="2C3E50"/>
                </a:solidFill>
                <a:latin typeface="Calibri"/>
              </a:defRPr>
            </a:pPr>
            <a:r>
              <a:t>• " tek bir ekip " olabilmektir.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