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OTTOBITE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Garson Davranışları ve İş Önceliği Rehberi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OTTOBITE Garson Rehberi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Garson davranışları v e İş Önceliği Rehberi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 maç: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Bu doküman, OTTOBITE Salon Servisinde görev alan tüm Servis personelinin;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Doğr u davranış biçimini benimsemesi,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oğun Servis anl arında doğr u iş önceliğini kurabilmesi,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Salon düz enini v e misafir memnuniyetini koruyabilmesi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amacıyl a hazırlanmıştır.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Bu r ehber okunmak için de ğil, uygulanmak için  hazırlanmıştır.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1. Garsonluk Bilinci v e T emel Zihniyet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Garsonluk yalnızca sipariş almak de ğildir.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Garson, Salonun t empo s unu, misafirin ruh halini v e Servisin akışını yönetir.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misafir, iş letme yi;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Garsonun bakışından,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konuşma tarzından,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Salondaki duruşundan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anl ar v e de ğ erlendirir.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OTTOBITE’ de Garson: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Gö z önündedir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Dikk a tlidir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Sorumluluk s ahibidir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Ş u unu tulmamalıdır: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Garsonun davranışı, iş letmenin k alit e sini temsil eder.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2. T emel Garson davranış kuralları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Bu bölümde yer alan kural l ar t artışma y a açık de ğildir.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 üm Servis personeli t ar afından ek sik siz uygulanır.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/ /  D u r u ş  v e  S a l o n  İ ç i n d e k i  T a v ı 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Garson Salonda dik v e ha zır  durur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E l cepte gezilmez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ol l ar bağlı ş ekilde durulmaz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Duv ar a yaslanılmaz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 o ş bo ş a y ak t a beklenmezGarson Salonda yk en: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“Her an çağrılabilirim ”  bilinciyle hareket eder.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/ /  M a s a y a  Y a k l a ş m a  v e  İ l e t i ş i m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Mas a y a y ak l aşırk en g ö z t eması kurulur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Mas a y a sırt dönüler ek konuşulmaz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misafirin yüzüne b akmadan sipariş alınma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ul l anılmaması g er ek en if adeler: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“Bir s aniy e ”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“Dur b ak a yım ” •  “Y oğunum ”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ul l anılması g er ek en y ak l aşım: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“Hemen ilgileniyorum ”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“ Şimdi yardımcı oluyorum ”- T on s akin, net v e kontrol lü olmalıdır.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/ /  S a l o n  İ ç i n d e  D a v r a n ı ş  D i s i p l i n i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P er s onel k endi ar asında yüksek s e s le konuşma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Gülüşmeler misafir dikk a tini çek ecek seviyede olma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Telefon k e sinlik le k ul l anılma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Ş ef Salonda yk en: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Garson görünür olur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açma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 ak l anma 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3. Y oğun Servis t e Garsonun Düş ünme Ş ek 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Bu bölüm, Servis k alit e sini doğr udan belirler.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oğunluk t a hız lı olmak de ğil, doğr u öncelik v ermek  önemlidir.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P anik, ha t a yı artırır.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Öncelik, düz eni s ağ l ar.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/ /  D o ğ r u  İ ş  Ö n c e l i ğ i  S ı r a l a m a s ı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OTTOBITE  Servisinde Garson ş u sır a yı bilmelidir: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eni g elen misafir / bo ş mas 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sipariş v ermek is t e y en mas 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Servisi çık an mas 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He s ap is t e y en mas 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Diğ er iş ler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Bu sır al ama y oğunluk t a de ğişme 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Her Servis tür ü;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Dikk a t,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Düz en,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misafirle doğr u iletişim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 er ek tirir.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Garson Servis tür üne g ör e zihins el ol ar ak ha zırl anmalı v e her Servisi a ynı pr of e s y onel lik le yür ü tmelidir.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/ /  A y n ı  A n d a  H e r  Ş e y  Y a p ı l m 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 ynı anda 5 mas a y a y etişme y e ç alışılma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Bir işi y arım bır akıp diğ erine g eçilme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apıl an iş tamamlanır, s onr a diğ erine g eçilir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Ş ef y önlendirme si her z aman önceliklidir.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4. Y oğun Servis t e Y apılmaması Ger ek en davranış l 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 ş ağıdaki davranış l ar Servis k alit e sini düş ür ür v e kabul edilme z: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“B en o mas a y a b akmıy or um ”  demek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Mas a yı g örme z den g elmek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mutfaktan v e y a Salondan k açmak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Ş ef e s a vunma y apmak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misafir önünde t artışmak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Bu davranış l ar OTTOBITE Servis anl a yışına uy gun de ğildir.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5. Garson – Salon Ş efi İlişkisi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Salon ş efi, Servisin düz eninden s or umludur.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Garson ş unu bilmelidir: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Ş ef uy arısı kişis el de ğildir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Ş ef y önlendirme si t artışılma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sır asında s a vunma y apılma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anında uy gul ama yapılır,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de ğ erlendirme Servis s onr ası yapılır.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7. Açılış v e K ap anış Disiplini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Açılış v e k ap anış s a a tlerinde uyuş uk luk kabul edilemez.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a v aş hareket etmek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Eğ lence modunda çalışmak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sürekli s ohbet halinde olmak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0.5x hız l a iş y apmak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kabul edilemez davranış l ar dır.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Açılış v e k ap anış: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Dikk a t is t er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Odak is t er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Disiplin is t er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Açılış v e k ap anış ne k adar düz gün yapılır s a, v ar diy a o k adar r aha t g eçer.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8. İş Hızı v e İş Önceliği Bilinci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Bir Garson ş unu bilmelidir: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3 dakik alık bir iş 15 dakik a y a uz a tıl ama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a v aş lık beceri de ğildir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Odağın dağılması iş ak s a tır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endi po s t asında y ap ac ağı 4 b asit işi;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 ohbet eder ek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Etr aﬂa il gilener ek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Önceliği y anlış belirle yer ek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uz a tmak kabul edilemez.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İş t e olduğunu bilmek v e b una g ör e da vr anmak z or unluluk tur.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9. İş Esnasında T u tum v e B eden Dili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sır asında: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sürekli şik â y et etmek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akınmak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Uﬂamak, p uﬂamak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üz mimik leriyle ima y apmak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e sinlik le kabul edilemez.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Garsonun yüz if ade si v e beden dili;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misafir 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takım ark adaş l arına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Oper as y ona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olums uz y ansır.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10. Gr upl aşma, Dedik odu v e İletişim S or unl 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Gr upl aşma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Dedik odu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ulis y apmak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OTTOBITE ç alışma düz enine a ykırıdır.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fark lı dep artman ş eﬂeriyle v e y a personel leriyle: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 artışma y a girmek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Münak aş a y aş amak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 or unl ar Servis dışında v e doğr u k anal l arl a( Herhangi bir dep artmandan birisiyle bir s or un y aş andıy s 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kişis el de gil o dep artmanin ş efiyle iletisime g ecilmelidir.) iletilir.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11. kural l ar a U yum v e P r of e s y onel davranış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önetim t ar afından belirlenen kuralları: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Esnetmek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 uis timal etmek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endi lehine y or uml amak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Herk e s: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İş e snasında uyumlu olmak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endi görevini en iyi ş ekilde y apmak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z or undadır.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12. Mol al ar v e görev T akibi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Hiçbir personel b aşk a bir personelin mol asını t akip etme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Mol al ar y önetim t ar afından düz enlenir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Bu k onuda bir e y s el kontrol v e y a y or um y apılma 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13. P o s t a Y önetimi v e Mas a kontrolü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Garson k endi po s t asındaki mas al ar dan t amamen s or umludur.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sürekli uy arıl an dur uml ar: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 opl anmamış peçeteler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Is l ak mendil çöpleri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Şiş e bo ş l arı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De ğiş tirilmemiş k ül t abl al arı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Mas a üz erindeki müşteri çöpleri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 yi bir Garson k endi po s t asındaki 5 mas a yı ek sik siz yönetir.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sürekli uy arı g er ek tir en ç alışma kabul edilemez.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14. K işis el Gör ünüm v e K ıy af et Disiplini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 a y an personel s açını açık k ul l anama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İş kıy af eti ne is e o giyilir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ıy af et dışında kişis el y or um y apılma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Gör ünüm iş letmenin ciddiy etini y ansı tır.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15. İletişim Bilinci (EN ÖNEMLİ K ONU)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OTTOBITE Servisinin en önemli uns ur u iletişimdir.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Servisin ha t asız ilerlemesi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P o s t a kontrolü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oğunluk y önetimi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anc ak doğr u iletişimle sağlanır.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P o s t a t erk edilecek s e: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takım ark adaş l arı bil gilendirilir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Ş ef haber dar edilir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Haber siz po s t a t erk edilemez.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16. Hiyer ar şi v e S a y gı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Hiçbir personel b aşk a bir personele üs tü gibi da vr anama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etki yalnızca görev t anımıyl a sınırlıdır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 a y gı k ar şılık lıdır v e herk e s için g eçerlidir.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17. İş e Z amanında Gelme Disiplini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İş e g eç k almak;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Oper as y onu ak s a tır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takım ark adaş l arını z or dur umda bır akır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düz enini bo z ar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Geç k almak bir alışk anlık hâline g eleme 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Her personel v ar diy asına: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Z amanında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Ha zır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İş e odak l anmış ş ekilde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 aş l amak z or undadır.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18. Mas a K alkış S onr ası T emiz lik Bilinci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misafir k alk tığında yalnızca mas a üs tü de ğil;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Mas a al tı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 andaly eler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Genel düz en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kontrol edilir.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Mas a al tına f ar aş a tılmadan y eni misafir alınma 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 emiz lenme y en mas a, y arım y apılmış iş tir.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19. Y ar dıml aşma v e takım Bilinci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bir e y s el de ğil, ekip işidir.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endi po s t asında işi ol an Garson ç alışır diğ er po s t adaki Garson müs ait s e de s t ek v erir.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Eğ er: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 enin ak lında 5 iş v ar s a diğ er po s t a bo ş dur uy or s a Y ar dım is t emek z or unluluk tur.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20. İletişimde Esnek lik v e açık lık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Servisin ak s amaması için: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Herk e s birbirine k onuş abilmelidir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ims e bir ş e y s ö yleme y e çekinmemelidir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Bir personel, b aşk a bir personele bir ş e y deme y e çekinir s e iş ak s ar.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İletişimde: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Esnek lik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açık lık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Netlik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zorunludur.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21. S e s siz T epki v e İma Y as ağı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İmalı konuşmal ar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 e s siz t epkiler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üz mimik leriyle me s aj v erme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 or un v ar s a açık ç a v e doğr u yer de dile g etirilir.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22. B o ş Durma v e O y al ama Y as ağı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sır asında: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 o ş bo ş g e zmek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 y alandığı iz lenimi v ermek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gereksiz hareketlerle z aman har c amak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Her an y apıl ac ak bir iş v ar dır.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23. alan S ahiplenme Bilinci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Her Garson k endi alanını s ahiplenir.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" Or ası benim alanım de ğil" y ak l aşımı y ok tur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Salon herk e sindir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ihtiyaç ol an yer de de s t ek olunur.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24. Mu t f ak v e B ar ile İletişim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Mu t f ak v e b ar: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 artışma alanı de ğildir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Emir v erilen yer de ğildir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İletişim s a y gılı v e net olmalıdır.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25. Y oğunluk t a S e s siz v e kontrol lü Çalışma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oğunluk: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 e s yük s el tme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o ş turma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P anik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 ebebi de ğildir.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kontrol lü ç alış an Garson, y oğunluğu yönetir.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26. misafir Önünde Ekip Disiplini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misafir önünde: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U y arı y apılma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 artışılma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Rol k e silme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 üm ekip t ek vüc u t gibi g ör ünmelidir.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27. K işis el S or unl arı İş e Y ansı tmama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işis el pr oblemler: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üz if adelerine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 a vırl ar 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konuşmal ar 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ansı tıl ama z.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28. İş Bitmeden R aha tl ama Y as ağı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İş bitmeden: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R aha tl ama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 ağılma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 empo düş ürme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29. T ekr ar Eden Ha t al 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 ynı ha t anın sürekli y apılması: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Dikk a t siz lik tir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Umur s ama z lık tır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30. K endi K endini kontrol Etme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 yi bir Garson: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U y arı bek leme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endini kontrol eder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Ek sik lerini fark eder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31. V ar diy a B o yunc a Ha zır Olma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V ar diy a bo yunc a: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Zihins el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F izik s el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ol ar ak ha zır olmak zorunludur.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32. gereksiz Y or um v e Miz ah Y as ağı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sır asında: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gereksiz ş ak 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 şırı s amimiy et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33. görev T anımına S adak a 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Herk e s k endi görev t anımı içinde hareket eder.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etki aşımı y apıl ama z.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34. Ort ak A maç Bilinci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Herk e sin ort ak amacı: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Düz gün Servis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Ha t asız oper as y 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Memnun misafir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Olmalıdır.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35.  Q R  D e ğ e r l e n d i r m e  v e  M i s a f i r  G e r i  B i l d i r i m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k alit e sinin ölç ülme si için: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İsim v eriler ek s el aml anmalıdır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s ahiplenilmelidir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misafir g örme z den gelinemez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“Merhab a, ben Ahmet. Servisiniz le ben il gilenece ğim. ”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QR T alebi v e Z amanl ama: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bitimi bek lenir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 ohbet bölünme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 askı k ur ulma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“ Sizleri ağırl amak bir k e yif ti. hizmet k alit emiz hakkındaki olumlu g eri bildirimleriniz, ekibimiz için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motiv as y on k a ynağı ol ac ak tır. ”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İletişim v e T a vır: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Gö z t eması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Nötr v e na zik yüz if ade si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P r of e s y onel me s af 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zorunludur.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 a vunma, ima v e gereksiz miz ah kabul edilemez.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Her Garson, Servisinin p u anl anac ağı bilinciyle hareket eder.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36.  M e m n u n i y e t s i z l i k  Y ö n e t i m i  v e  Ç ö z ü m  S ü r e c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misafir şik a y eti v e y a olums uz g eri bildirim dur umunda: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İl gili y öneticiy e anında haber v erilir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P er s onel k endi başına k ar ar alma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işis el çö züm s ür ecine girilme 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önetici bil gilendirme si zorunludur.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İnisiy a tif v e Esnek lik: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misafirin mu tlu a yrılması e s as tır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Oper as y onel kural l ar y önetici kontrolünde e snetilebilir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Bil gilendirme Y ük ümlülüğü: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 unul an çö züm, "istisnai bir dur um" olduğu vurgulanarak misafir e aktarılır.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Örnek Diy alog: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"Normalde k ah v al tı Servisimiz 13:00' t e s ona ermek t edir; anc ak b ugün mu t f ağımız l a görüşerek siz e ö z el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bir is tisna sağladık.  keyifli bir dene yim dileriz. "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endi başına kural e snetmek v e y a s or unu gizlemek kabul edilemez.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37.  K o o r d i n e l i  M o l a  v e  İ ş  A k ı ş ı  Y ö n e t i m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akışının kesintisiz ilerlemesi için: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Birbiriyle bağlantılı birimler a ynı anda mol a y açıkamaz.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Mol a pl anl aması, oper as y onel boşluk yaratmayacak ş ekilde yapılır.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Ekip içi koordinasyon mol a önce sinde tamamlanır.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hizmetin sürekliliği e s as tır.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Birim Çakışması: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 ar / B ar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/ Servis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as a / Vitrin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 ynı görev t anımına s ahip v e y a birbirini y edek leme si g er ek en b u birimlerin, a ynı anda mol 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pl anl aması kabul edilemez.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ritik kural: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Mol a s a a tlerinde bir e y s el is t ek de ğil, oper as y onel ihtiyaç  önceliklidir. Y önetici onayı v e birimler ar ası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mutabakat zorunludur.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38.  B o ş  T o p l a m a  v e  T e p s i  D ü z e n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güvenliği v e oper as y onel hız için: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ağırlık merkez de toplanmalıdır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büyük t en küçüğe doğr u istifleme yapılmalıdır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kırılma riski ol an parçalar ayrıştırılmalıdır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 ep si denge si: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 ğır v e büyük parçalar merkez e yerleştirilir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bardaklar v e tabaklar kontrolsüz ş ekilde yığılamaz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Ha t alı istifleme: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denge si bo zuk yük leme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Görüşü engelleyecek yükseklikte yığma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tabakların kaymasına neden ol ac ak dizim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Düz enli dizilen t ep si; pr of e s y onel g ör ünüm v e iş güvenliği için zorunludur.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39.  M i s a f i r  K a r ş ı l a m a  v e  P r o a k t i f  T a k i 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Salonun c anlılığı v e misafir k onf or u için: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kapıda giren her misafir anında fark edilmelidir.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Gö z t eması v e t ebe s s üm ile "Ho ş g eldiniz " karşılaması yapılır.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misafir, mas a y a yerleşene k adar eşlik edilir.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müşteri k apıda bekletilemez, g örme z den gelinemez.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ihtiyaç His s etme (P r o ak tif hizmet):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misafir Garsonu ar ama z; Garson misafiri izler.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Bit en içecekler, azalan peçeteler v e boşalan tabaklar t akip edilir.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misafirin çevreye bakması v e y a el kaldırması "hizmet gecikmesi" ol ar ak kabul edilir.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 akip Es as l arı: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boşalan b ar dağın yenilenmesi teklif edilir.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ihtiyaç duyulmadan peçet e/ Servis de s t e ği sağlanır.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misafirle g ö z t eması k urmak için Salon sürekli taranır.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misafiri el k aldırma y a v e y a s e s lenme y e mecb ur bırakmak kabul edilemez.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40.  H a z ı r l ı k  v e  A r k a  P l a n  ( B a c k )  İ ş l e r i  Y ö n e t i m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k alit e sinin sürekliliği için: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Ça t al -bıçak silme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takım v e ekipman çekme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istifleme v e düzenleme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iş leri, Servis y oğunluğu v e misafir trafiğine g ör e planlanır.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Öncelik S ır al aması: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misafir her z aman ha zırlık iş lerinden önceliklidir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Salon bo ş bırakılarak ark a pl ana odaklanılamaz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 oğunluk anında büyük çaplı ha zırlık iş lerine girilmesi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Z amanl ama v e U y gul ama: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Ha zırlık l ar Servis önce si v e y a s akin s a a tler de tamamlanır.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mutfaktan takım çekme v e silme işlemleri misafiri r aha t sız etmeyecek ş ekilde s e s siz ce yür ü tülür.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Ek sik ler, Servis krize girmeden pr o ak tif (önceden) ol ar ak giderilir.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önceliği e s as tır.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 rk a pl an iş leri, Servis akışını eng el lemek için de ğil, de s t ek lemek içindir.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41.  O p e r a s y o n e l  İ l e t i ş i m d e  N e t l i k  v e  K ı s a l ı 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Hız lı v e ha t asız iş akışı için: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İletişim en a z k elime yle, en net ş ekilde k ur ulmalıdır.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Uzun açık l amal ar yerine s onuç odak lı c ümleler s eçilir.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Me s aj, k ar şı t ar afın işini ak s a tma y ac ak hız da aktarılır.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"3 k elime yle anl a tıl abilecek bir dur um, gereksiz det a yl arl a uz a tıl ama z. "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Uzun v e K armaşık A nl a tım: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Dinle yicinin odağını dağı tır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Diğ er iş lerin unu tulmasına neden olur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Oper as y onu y a v aş l a tır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 nl a tım B o zuk luğu v e K armaş a: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Ol a yı s aptırmak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 onuyu dol andırmak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gereksiz det a yl ar a girmek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Hız lı, doğr udan v e net iletişim zorunludur.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0392B"/>
                </a:solidFill>
                <a:latin typeface="Arial"/>
              </a:defRPr>
            </a:pPr>
            <a:r>
              <a:t>42. S on Ha tırl a tma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OTTOBITE’ de çalışmak;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Disiplin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Dikk a t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takım bilinci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is t er.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Bu r ehber de yer alan tüm maddeler uygulanmak z or undadır.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 na F ikir:  OTTOBITE ç a tısı al tında hangi birimde olur s ak ol alım, her birimiz mark amızın y aş a y an bir er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temsilcisiyiz. T emel de ğ erimiz; birimler ar ası kusursuz bir uyum v e yüksek Sorumluluk bilinciyle hareket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eder ek, misafirlerimiz e yalnızca bir hizmet de ğil, disiplin v e ne z ak etle ör ülmüş bir dene yim s unmak tır.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Bizim için başarı; mutfaktan kasaya, Servis t en b ar a k adar her nok t ada a ynı pr of e s y onel t a vrı sergileyen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" t ek bir ekip " ol abilmek tir.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