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doküman, OTTOBITE salon servisinde görev alan tüm servis personelinin;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Garsonluk yalnızca sipariş almak değildir.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Garson, salonun temposunu, misafirin ruh halini ve servisin akışını yönetir.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Şu unutulmamalıdır: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Bu bölümde yer alan kurallar tartışmaya açık değildir.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Tüm servis personeli tarafından eksiksiz uygulanır.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“Her an çağrılabilirim” bilinciyle hareket eder.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Ton sakin, net ve kontrollü olmalıdır.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Bu bölüm, servis kalitesini doğrudan belirler.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Yoğunlukta hızlı olmak değil, doğru öncelik vermek önemlidir.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Panik, hatayı artırır.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Öncelik, düzeni sağlar.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6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Açılış ve kapanış saatlerinde uyuşukluk kabul edilemez.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600"/>
              </a:spcBef>
              <a:defRPr b="1" sz="1700">
                <a:solidFill>
                  <a:srgbClr val="C00000"/>
                </a:solidFill>
                <a:latin typeface="Calibri"/>
              </a:defRPr>
            </a:pPr>
            <a:r>
              <a:t>kabul edilemez davranışlardır.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600"/>
              </a:spcBef>
              <a:defRPr b="1" sz="17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Sürekli uyarı gerektiren çalışma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olarak hazır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800"/>
              </a:spcBef>
              <a:defRPr b="1" sz="2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400"/>
              </a:spcBef>
              <a:defRPr b="1" sz="15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>
              <a:spcBef>
                <a:spcPts val="400"/>
              </a:spcBef>
              <a:defRPr b="1" sz="15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600"/>
              </a:spcBef>
              <a:defRPr b="1" sz="17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Hizmetin sürekliliği esastır.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>
              <a:spcBef>
                <a:spcPts val="600"/>
              </a:spcBef>
              <a:defRPr b="1" sz="17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0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400"/>
              </a:spcBef>
              <a:defRPr b="1" sz="15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Servis önceliği esastır.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Bef>
                <a:spcPts val="8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400"/>
              </a:spcBef>
              <a:defRPr b="1" sz="15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400"/>
              </a:spcBef>
              <a:defRPr b="1" sz="1500">
                <a:solidFill>
                  <a:srgbClr val="C00000"/>
                </a:solidFill>
                <a:latin typeface="Calibri"/>
              </a:defRPr>
            </a:pPr>
            <a:r>
              <a:t>Hızlı,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